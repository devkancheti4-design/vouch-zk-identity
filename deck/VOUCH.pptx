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VOUCH is built for the brief: validate compliance claims without disclosing underlying sensitive data. Nine private inputs, none of which reach the public signals. Everything on these slides was measured in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everyday absurdity: a bar learns your address to check your age. The fix is not better data handling, it is not sending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judges you read the brief. Each quoted line is answered by something they can click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architectural point: privacy fails when the issuer stays in the loop. Here it does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five-part statement. Emphasise that an invalid claim produces nothing, rather than producing something a verifier must catch.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linger on. The argument is information flow, not a promise. Offer to run it live — it takes eight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79% figure is the most interesting engineering result in the project and nobody expects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ask why circom and why Groth16. Have the alternatives and their costs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 to run this live. Eight seconds is short enough that saying no looks worse than saying yes.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your own limits first is what separates a credible team from an over-claiming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here, then open the app and run the 21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VOUCH</a:t>
            </a:r>
            <a:endParaRPr lang="en-US" sz="5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83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E8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you qualify. Show them nothing.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317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privacy-preserving identity system that VALIDATES compliance claims — age, solvency, accreditation — without disclosing a single underlying fact.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632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10,273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64845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constraints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30632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364845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inputs, never public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30632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553 ms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64845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prove, in the browser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30632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/ 21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364845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pass, live, in 8 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4622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github.com/devkancheti4-design/vouch-zk-identity  ·  circom + snarkjs + Solidity + React  ·  32 headless tests, 21 live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today means disclosure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prove one fact you hand over a document that reveals fifty.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840480" cy="3108960"/>
          </a:xfrm>
          <a:prstGeom prst="roundRect">
            <a:avLst>
              <a:gd name="adj" fmla="val 2353"/>
            </a:avLst>
          </a:prstGeom>
          <a:solidFill>
            <a:srgbClr val="111C25"/>
          </a:solidFill>
          <a:ln w="12700">
            <a:solidFill>
              <a:srgbClr val="6B3B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a photo of your passport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73736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legal name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date of birth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number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Nationality and birthplace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face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signature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7673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…to answer one yes/no question.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370832" y="26060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846320" y="1234440"/>
            <a:ext cx="3840480" cy="3108960"/>
          </a:xfrm>
          <a:prstGeom prst="roundRect">
            <a:avLst>
              <a:gd name="adj" fmla="val 2353"/>
            </a:avLst>
          </a:prstGeom>
          <a:solidFill>
            <a:srgbClr val="111C25"/>
          </a:solidFill>
          <a:ln w="12700">
            <a:solidFill>
              <a:srgbClr val="1F7A6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47488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VOUCH — ten numbers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047488" y="173736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one-time nullifier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issuer's public key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date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demanded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checks were asked for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verifier asked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047488" y="37673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the answer is yes.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of those ten numbers are values the verifier chose themselves. A value they already knew cannot tell them anything new about you.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brief, line by line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statement asked us to VALIDATE compliance claims without disclosing the data. Each line, and where it is answered.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768096"/>
          </a:xfrm>
          <a:prstGeom prst="roundRect">
            <a:avLst>
              <a:gd name="adj" fmla="val 9524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490472"/>
            <a:ext cx="256032" cy="256032"/>
          </a:xfrm>
          <a:prstGeom prst="ellipse">
            <a:avLst/>
          </a:prstGeom>
          <a:solidFill>
            <a:srgbClr val="0F3B3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90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9264" y="13258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“Generate valid zk-SNARK proofs for compliance verification (age, balance threshold)”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69264" y="16184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Groth16 over a 10,273-constraint circom circuit. Three switchable predicates: age, balance, accreditation.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145389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circuits/vouch.circom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84832"/>
            <a:ext cx="8229600" cy="768096"/>
          </a:xfrm>
          <a:prstGeom prst="roundRect">
            <a:avLst>
              <a:gd name="adj" fmla="val 9524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2340864"/>
            <a:ext cx="256032" cy="256032"/>
          </a:xfrm>
          <a:prstGeom prst="ellipse">
            <a:avLst/>
          </a:prstGeom>
          <a:solidFill>
            <a:srgbClr val="0F3B3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2340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69264" y="21762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“Verify proofs client-side or on-chain without exposing raw data”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69264" y="246888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Both. The browser verifies before sending; a generated Solidity verifier re-checks on-chain for ~357k gas.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230428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VouchRegistry.sol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935224"/>
            <a:ext cx="8229600" cy="768096"/>
          </a:xfrm>
          <a:prstGeom prst="roundRect">
            <a:avLst>
              <a:gd name="adj" fmla="val 9524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3191256"/>
            <a:ext cx="256032" cy="256032"/>
          </a:xfrm>
          <a:prstGeom prst="ellipse">
            <a:avLst/>
          </a:prstGeom>
          <a:solidFill>
            <a:srgbClr val="0F3B3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" y="3191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69264" y="30266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“Full UI pipeline for credential issuance and proof verification”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69264" y="331927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service → browser wallet → three storefronts that each demand a different claim.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31546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server/ + frontend/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785616"/>
            <a:ext cx="8229600" cy="768096"/>
          </a:xfrm>
          <a:prstGeom prst="roundRect">
            <a:avLst>
              <a:gd name="adj" fmla="val 9524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" y="4041648"/>
            <a:ext cx="256032" cy="256032"/>
          </a:xfrm>
          <a:prstGeom prst="ellipse">
            <a:avLst/>
          </a:prstGeom>
          <a:solidFill>
            <a:srgbClr val="0F3B3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" y="4041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69264" y="38770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“…without disclosing underlying sensitive data”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69264" y="416966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private inputs, none reaching the public signals. Settled by information flow, not assertion.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40050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live checks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· the Validation page in the app maps each of these to a live test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tiers, and what each is allowed to know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issuer is never contacted again after issuance, so it cannot follow you.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111C25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533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B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ISSUER — a server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60934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+ circomlibjs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90195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signing key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identity check once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six attributes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12724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FB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your details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3552" y="123444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111C25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38144" y="13533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HOLDER — a browser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438144" y="160934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 + snarkjs WASM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438144" y="190195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credential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secret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every proof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438144" y="312724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everything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9904" y="123444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111C25"/>
          </a:solidFill>
          <a:ln w="12700">
            <a:solidFill>
              <a:srgbClr val="63A4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54496" y="13533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A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VERIFIER — a chain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254496" y="160934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Solidity, snarkjs-generated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254496" y="190195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pairing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burns the nullifier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one boolean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254496" y="312724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3A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nothing about you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127248" y="2011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credential →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2011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 only →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3703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issuer signs once and is then out of the picture. It cannot see which verifier you visit, or when — so it cannot build a profile even if it wanted to. That is the difference between this and “sign in with your bank”.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· server/src/index.mjs · frontend/src/lib/credential.ts · contracts/VouchRegistry.sol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circuit actually proves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at once, in 166 lines of circom. If any is false, no proof exists at all.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37744" cy="23774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120700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credential carries a valid EdDSA signature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983480" y="12070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issuer the verifier named — not any issuer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37744" cy="23774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828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175564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prover knows the secret it was issued to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17556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stolen credential is worthless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237744" cy="23774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23774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23042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credential has not expired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23042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inside the circuit, against the verifier's clock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237744" cy="23774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29260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285292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demanded predicate holds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28529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≥ N · balance ≥ N · accredited — switchable per policy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237744" cy="23774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" y="34747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1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34015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nullifier is Poseidon(secret, context)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983480" y="34015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for one verifier, unlinkable across two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11C25"/>
          </a:solidFill>
          <a:ln w="12700">
            <a:solidFill>
              <a:srgbClr val="2A3F5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397764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claim is not rejected — it is unprovable. </a:t>
            </a:r>
            <a:pPr indent="0" marL="0">
              <a:buNone/>
            </a:pPr>
            <a:r>
              <a:rPr lang="en-US" sz="12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underage holder cannot construct a proof at all. The prover has nothing to lie with.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· circuits/vouch.circom · checks 10–13 and 14–16 on the Validation page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private data in the public signals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criterion that matters most, and the only honest way to settle 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11C25"/>
          </a:solidFill>
          <a:ln w="12700">
            <a:solidFill>
              <a:srgbClr val="2A3F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private value could be recovered from the public signals, then changing that value would have to change one of them.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574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DATA (never transmitted)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20574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SIGNALS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317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1990 · reserves 250,000 · UK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3317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byte-identical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715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1961 · reserves 250,000 · UK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715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byte-identical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099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1990 · reserves 9,999,999 · UK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099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byte-identical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48386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1990 · reserves 250,000 · Germany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48386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byte-identical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86791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person entirely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386791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 the nullifier differs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different private datasets, byte-identical public output. The one value that moves is the nullifier, and only when the person changes.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· run it yourself: the app's Validation page, checks 3–9 · circuits/test/zk.test.mjs suite 2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cost actually goes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measured in this repository — each circomlib component compiled on its own.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EdDSA signature check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46120" y="1289304"/>
            <a:ext cx="3840480" cy="201168"/>
          </a:xfrm>
          <a:prstGeom prst="roundRect">
            <a:avLst>
              <a:gd name="adj" fmla="val 181818"/>
            </a:avLst>
          </a:prstGeom>
          <a:solidFill>
            <a:srgbClr val="63A4FF"/>
          </a:solidFill>
          <a:ln w="12700">
            <a:solidFill>
              <a:srgbClr val="63A4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96328" y="12344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8,086 · 78.7%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0992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Poseidon hashes ×3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764792"/>
            <a:ext cx="901938" cy="201168"/>
          </a:xfrm>
          <a:prstGeom prst="roundRect">
            <a:avLst>
              <a:gd name="adj" fmla="val 181818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96328" y="170992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1,899 · 18.5%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18541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checks: age, expiry, balance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2240280"/>
            <a:ext cx="128713" cy="201168"/>
          </a:xfrm>
          <a:prstGeom prst="roundRect">
            <a:avLst>
              <a:gd name="adj" fmla="val 284167"/>
            </a:avLst>
          </a:prstGeom>
          <a:solidFill>
            <a:srgbClr val="FFB86B"/>
          </a:solidFill>
          <a:ln w="12700">
            <a:solidFill>
              <a:srgbClr val="FFB8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96328" y="218541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271 · 2.6%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66090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and policy switches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2715768"/>
            <a:ext cx="54864" cy="201168"/>
          </a:xfrm>
          <a:prstGeom prst="roundRect">
            <a:avLst>
              <a:gd name="adj" fmla="val 666667"/>
            </a:avLst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96328" y="266090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· 0.2%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11C25"/>
          </a:solidFill>
          <a:ln w="12700">
            <a:solidFill>
              <a:srgbClr val="2A3F5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20040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WHO vouched for you costs 79% of the circuit. </a:t>
            </a:r>
            <a:pPr indent="0" marL="0">
              <a:buNone/>
            </a:pPr>
            <a:r>
              <a:rPr lang="en-US" sz="12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compliance logic everyone talks about is 2.6% of it. Privacy is nearly free; trust is what you pay for.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95020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553 ms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5354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prove, in the browser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2560320" y="395020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ms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2560320" y="45354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verify, before sending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395020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357k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45354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gas, on-chain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766560" y="395020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256 B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6766560" y="45354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size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· circuits/bench (each component compiled alone) · contracts/test · the app's How it's built page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stack, and why each piece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languages, each forced by a real constraint rather than taste.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435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B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Circom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179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circuit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188720"/>
            <a:ext cx="6537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mature DSL with an audited EdDSA and Poseidon (circomlib). Hand-rolling curve arithmetic in a circuit is where soundness bugs come from.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01952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9568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3A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2311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+ registry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1901952"/>
            <a:ext cx="6537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verifier is generated by snarkjs, so the language is not a choice. We hand-wrote only the registry that binds a proof to a policy.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15184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6700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9443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dApp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965960" y="2615184"/>
            <a:ext cx="6537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 is built on the holder's machine, so the prover must be JavaScript. Types matter: the ten public signals are positional.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28416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383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(JS)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657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issuer API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965960" y="3328416"/>
            <a:ext cx="6537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circomlibjs is a Node library, and the issuer must be server-side because it holds the key. One shared .mjs keeps server, tests and browser identical.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down: PLONK (bigger on-chain cost; we do not need a universal setup) · ECDSA in-circuit (tens of thousands of constraints; BabyJubJub is native to the field) · SHA-256 (≈25k constraints per block, Poseidon is a few hundred).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· hand-written: TypeScript 855 · JavaScript 214 · Circom 166 · Solidity 149 · CSS 110 lines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you can watch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Twenty-one checks against real proofs and the real registry — in the browser, in eight seconds.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237744" cy="237744"/>
          </a:xfrm>
          <a:prstGeom prst="ellipse">
            <a:avLst/>
          </a:prstGeom>
          <a:solidFill>
            <a:srgbClr val="0F3B3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61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generation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11887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checks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 credential proves and verifies; the proof is constant size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792224"/>
            <a:ext cx="237744" cy="237744"/>
          </a:xfrm>
          <a:prstGeom prst="ellipse">
            <a:avLst/>
          </a:prstGeom>
          <a:solidFill>
            <a:srgbClr val="0F3B3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7922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17190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private data in the public signals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171907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checks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7190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 dob, balance, country, flags — public output does not move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322576"/>
            <a:ext cx="237744" cy="237744"/>
          </a:xfrm>
          <a:prstGeom prst="ellipse">
            <a:avLst/>
          </a:prstGeom>
          <a:solidFill>
            <a:srgbClr val="0F3B3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3225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" y="22494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claim is unprovable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224942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checks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22494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underage, insolvent, unaccredited, expired: no proof exists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852928"/>
            <a:ext cx="237744" cy="237744"/>
          </a:xfrm>
          <a:prstGeom prst="ellipse">
            <a:avLst/>
          </a:prstGeom>
          <a:solidFill>
            <a:srgbClr val="0F3B3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28529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" y="27797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credential cannot be forged or stolen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114800" y="277977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checks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27797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 issuer, tampered attribute, wrong holder secret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383280"/>
            <a:ext cx="237744" cy="237744"/>
          </a:xfrm>
          <a:prstGeom prst="ellipse">
            <a:avLst/>
          </a:prstGeom>
          <a:solidFill>
            <a:srgbClr val="0F3B3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33832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" y="33101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nullifier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114800" y="331012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checks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33101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within a verifier, unlinkable across two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3913632"/>
            <a:ext cx="237744" cy="237744"/>
          </a:xfrm>
          <a:prstGeom prst="ellipse">
            <a:avLst/>
          </a:prstGeom>
          <a:solidFill>
            <a:srgbClr val="0F3B3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39136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04672" y="3840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verification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114800" y="38404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checks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937760" y="3840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getter returns personal data; replay is refused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44348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11C25"/>
          </a:solidFill>
          <a:ln w="12700">
            <a:solidFill>
              <a:srgbClr val="1F5A3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8368" y="4434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21 passed in 8.1 s · plus 32 headless tests in CI: 22 circuit, 10 registry driven by a real Groth16 proof.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· frontend Validation page · circuits/test/zk.test.mjs · contracts/test/VouchRegistry.t.sol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 not 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boundaries, stated before anyone finds them.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640080" y="1453896"/>
            <a:ext cx="91440" cy="91440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3441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does not make a lying issuer honest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70992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hides the data; it still trusts the provider to have attested truthfully. That is a governance problem, not a cryptographic one.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4846320" y="1453896"/>
            <a:ext cx="91440" cy="91440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74920" y="13441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ceremony is a local one-contributor setup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170992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entropy so the artifacts are reproducible for the demo. Production needs a multi-party ceremony over the same, unchanged circuit.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640080" y="2825496"/>
            <a:ext cx="91440" cy="91440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27157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Revocation is by expiry only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08152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revocation list would be a Merkle non-membership proof in the same circuit — designed for, not built.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60604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4846320" y="2825496"/>
            <a:ext cx="91440" cy="91440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74920" y="27157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nullifier trades unlinkability for one-use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074920" y="308152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per verifier by design, so a verifier can refuse a second use. That is deliberate, and it is the only per-holder value that exists.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weaken the central claim, which is the one the brief asked for: the verifier learns whether you qualify, and nothing else.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yourself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terminals. Every number in this deck comes from one of them.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618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CIRCUIT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4813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circuits &amp;&amp; npm install &amp;&amp; npm run build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26187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10,273 constraints · 9 private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865376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9202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13969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contracts &amp;&amp; npm run node   /   npm run deploy:local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92024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verifier + registry + 3 policies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257860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ISSUER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279806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server &amp;&amp; npm start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57860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signing key, server-side, :4000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182112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23697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345643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frontend &amp;&amp; npm run dev -- --port 5176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23697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wallet · shops · validation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11C25"/>
          </a:solidFill>
          <a:ln w="12700">
            <a:solidFill>
              <a:srgbClr val="1E2F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38953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B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" y="41148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circuits &amp;&amp; node --test test/zk.test.mjs   ·   cd contracts &amp;&amp; npx hardhat test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3895344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+ 10 passing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A0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github.com/devkancheti4-design/vouch-zk-identity   ·   circuits/  server/  contracts/  frontend/  README.md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VOUCH — validate compliance claims without disclosing the data</dc:title>
  <dc:subject>PptxGenJS Presentation</dc:subject>
  <dc:creator>VOUCH</dc:creator>
  <cp:lastModifiedBy>VOUCH</cp:lastModifiedBy>
  <cp:revision>1</cp:revision>
  <dcterms:created xsi:type="dcterms:W3CDTF">2026-09-17T18:01:59Z</dcterms:created>
  <dcterms:modified xsi:type="dcterms:W3CDTF">2026-09-17T18:01:59Z</dcterms:modified>
</cp:coreProperties>
</file>