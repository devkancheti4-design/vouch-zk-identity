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the numbers are not from a slide, they are from a command we can run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obligation is the hard one. Anyone can claim it. We treated it as something that has to be falsifiable.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Engaging the best critique of your own category is more persuasive than any feature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verifier learns a yes or no and a nullifier. Nothing else exists to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is the difference between claiming privacy and proving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framing: the cryptography was never the hard part. Operating it without a single point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interesting engineering is choosing DIFFERENT arithmetic for different threat models, not reusing one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falsifiability, not the feature list. Then offer to run demo.sh.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you qualify. Show them nothing.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statement, how we validated it, the solution we authored, and the sharding discipline we applied to both.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10,273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02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constraints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3602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inputs, none public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 ms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602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prove, in the browser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02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passing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./demo.sh  —  every number on these slides re-runs in 2.5 minutes, live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 us, verbatim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“Construct a privacy-focused identity verification system utilizing ZKPs to validate compliance claims without disclosing underlying sensitive data.”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it as four testable obligations, not a theme: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ZKPs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0540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proof system, not hashing or redaction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11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3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compliance claims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11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must end up genuinely convinced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68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disclosing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968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must not be recoverable from the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sensitive data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4256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birth, balance, nationality, status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is this a real problem?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before we built — the demand is regulatory, not speculative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538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Online Safety Act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4538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age-assurance duties in force since 25 July 2025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122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 law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122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age-verification statutes expanded sharply through 2025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70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eIDAS 2.0 / EUDI Wallet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70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wallet being built with proof-of-age as a cornerstone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11C2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read the strongest argument AGAINST us.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587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 published “ZKPs Aren’t Age Verification Silver Bullets” in August 2026. Of its five objections, two do not apply to VOUCH — the issuer is never contacted again, so it cannot track use; and the nullifier blocks the exact token-replay a researcher used to break a live scheme. The other three — centralised issuer, coverage, and whether age-gating is wise — apply in full, and we say so.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docs/WORTH.md  §3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we authored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issuer signs once, offline. Every proof after that is made by the holder, alone.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11C2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ISSUE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signs your attributes with EdDSA.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sees you again.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builds a Groth16 proof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 policy holds. 358 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11C25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VERIFY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checks the pairing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one boolean. 381,755 gas.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wire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A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  nullifier · issuer key · the policy · the verifier’s clock · a context id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05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 date of birth · balance · country · flags · expiry · your secret · the signature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79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private inputs. Ten public signals. No overlap — and that is a test, not a promise.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made falsifiable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private value could be recovered from the output, changing it would move the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changing dobDays      changes NO public signal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changing balance      changes NO public signal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changing countryCode  changes NO public signal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86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changing flags        changes NO public signal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88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changing expiresAt    changes NO public signal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people, different birthdays, different balances, proving the same policy — byte-identical public output but for the nullifier.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website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40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sets the private data themselves and watches the ten signals refuse to move. Running total: “N proofs · 0 leaks found.”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342900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11C2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claim is unprovable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840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Underage, insolvent, unaccredited, expired — no proof exists at all. Not rejected later. Nothing to submit.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circuits/test/zk.test.mjs — 22 tests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we applied one discipline everywhere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should hold enough to reconstruct anything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is not ours. The one-time pad is from 1917 and Shamir’s secret sharing from 1979. The primitive is old and sound — we did not invent it and did not need to.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was apply it, strictly, in three places where a single point still existed: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16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HOLDER’S SECRET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blob in one browser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816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Shamir k-of-n over BN254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56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and it was PUBLIC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456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membership in an accredited 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96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in a sibling project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096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in one place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4096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XOR n-of-n, content-addressed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Sharded #1 — the holder’s secret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backup was the whole identity in one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11C2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held the secret and the credential. Lose it and the credential is gone; copy it and you ARE that person. The same defect twice.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11C25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1907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over the BN254 scalar field: any k of n reconstruct, so the shard is always a valid field element the circuit accepts.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k is not a weaker secret. It is independent of it.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secret stays exactly as consistent with what you hold. Information-theoretic, not “computationally hard” — which is why this beats chopping a file into n pieces, where every piece leaks its own bytes. A test interpolates k−1 shards against five candidate secrets and shows each implies a different missing shard.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 — including all ten 3-of-5 subsets, not just a convenient one.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frontend/src/lib/shards.ts  ·  frontend/test/shards.test.mjs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Sharded #2 — the issuer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and it was a public signal — two faults wearing one coat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C2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was hiding your balance and broadcasting your bank.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issuerPubX and issuerPubY were public, so every verifier learned WHICH institution vouched for you — and there was exactly one per policy, so breaching it forged every claim.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10,273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59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14,958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459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time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862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 ms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862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496 ms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862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inputs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264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264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02736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666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identity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666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trusted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256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direction: the verifier ends up knowing STRICTLY LESS while trusting STRICTLY MORE BROADLY. That is not the usual trade.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circuits/experiments/vouch_shard.circom  ·  5 tests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Sharded #3 — sovereign mesh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applied to whole files, in a separate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C2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precise about this: VOUCH does not import sovereign mesh. They are separate codebases that apply one principle with deliberately different arithmetic.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— Shamir k-of-n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 secret must survive a lost phone, so it needs RECOVERY. Any k of n rebuild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11C2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— XOR n-of-n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54203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you would rather destroy than have read needs STRICTNESS. All n required, no partial recovery.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mesh enforces, rather than recommends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050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shard per trust domain, refused by st_dev and by a 409 · shards named by their own SHA-256 · a place is told HMAC(owner secret, file ‖ place), never the file id, so two places cannot discover they hold pieces of one file · an inventory that re-hashes everything, because n-of-n fails silently.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github.com/devkancheti4-design/sovereign-mesh  ·  ./selftest.sh, 7 checks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our own systems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looking, and published what we found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11C2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— the chain re-links what the circuit unlinked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642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queried our own registry. The circuit emitted three unrelated nullifiers for one holder — it did its job. But Cleared() publishes msg.sender beside each, so an observer reads off-chain that ONE address is over-18 AND accredited AND solvent. The values stay hidden. The correlation does not.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fresh address per policy — a wallet change, not a circuit change.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11C2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— our own enforcement was the leak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729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refuse a second shard, a place must remember something per file. Our first version used the file’s own hash — so anyone holding a document could ask “do you store a piece of this?” and get a yes, and two places comparing notes learned instantly they held pieces of one file.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49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owner-keyed HMAC. Both attacks now have tests that fail if they return.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cases the cryptography was sound and the layer around it was not. That is where these systems actually break.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 would ask, answered before you ask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0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 is a bearer token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367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 binding: whoever holds the secret is you. WebAuthn PRF is supported on this machine and fixes it in about a day — with zero circuit changes.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311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setup is a demo ceremony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87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entropy, so soundness does not hold against anyone who reconstructs it. A verified 3-contributor ceremony took 14 SECONDS to run, so this is a decision, not an obstacle.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81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revocation beyond expiry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 anyway to price it: a sparse-Merkle exclusion proof costs +127% constraints and 2.7× proving. Bounded, not a research problem.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31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interoperability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87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our circuit is one EdDSA check on the cheapest curve there is. Real issuers sign with P-256, which is ~1.5M constraints. That is a proof-system decision, not a compliance one.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docs/WORTH.md — every gap attempted and measured, not estimated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says “trust us, it’s private.”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 lets you sit down and try to break it — and tells you where it leaks.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./demo.sh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735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tests · six acts · 2.5 minutes · nothing pre-recorded. Run it twice and the proofs differ; the verdict does not.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github.com/devkancheti4-design/vouch-zk-identity      ·      github.com/devkancheti4-design/sovereign-mesh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VOUCH — from problem statement to a sharded solution</dc:title>
  <dc:subject>PptxGenJS Presentation</dc:subject>
  <dc:creator>VOUCH</dc:creator>
  <cp:lastModifiedBy>VOUCH</cp:lastModifiedBy>
  <cp:revision>1</cp:revision>
  <dcterms:created xsi:type="dcterms:W3CDTF">2026-09-18T00:29:57Z</dcterms:created>
  <dcterms:modified xsi:type="dcterms:W3CDTF">2026-09-18T00:29:57Z</dcterms:modified>
</cp:coreProperties>
</file>